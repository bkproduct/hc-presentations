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005840"/>
            <a:ext cx="8138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2E8F0"/>
                </a:solidFill>
                <a:latin typeface="Calibri"/>
              </a:defRPr>
            </a:pPr>
            <a:r>
              <a:t>Health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96596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Тизер для команды Pro Trener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06040"/>
            <a:ext cx="8138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Связка тренировок, анализов, генетики, питания и носимых — в одном слое. Без «ещё одного дашборда».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977639"/>
            <a:ext cx="237744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2062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Telegram · мультиагенты · источники · трекеры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Утро в Telegram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t>Короткий брифинг: что смотреть сегодня, что синхронизировать с тренировкой и питанием.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0916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Не медицинское устройство. Не заменяет очную консультацию.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Бриф к визиту врачу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t>Структурированный конспект: симптомы, динамика лабораторий, вопросы к специалисту, контекст добавок.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0916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Не медицинское устройство. Не заменяет очную консультацию.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Мультиагентная система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t>Отдельные агенты для лаборатории, геномики, носимых, нутрициологии и координации — один ответ пользователю.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0916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Не медицинское устройство. Не заменяет очную консультацию.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«Мозг» внутри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t>Оркестрация: память, политика безопасности, уровни доказательности, ссылки на первоисточники.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0916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Не медицинское устройство. Не заменяет очную консультацию.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Порядок из хаоса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t>Фото анализов и еды из Telegram раскладываются по папкам: анализы, генетика, таблетки, питание, заметки.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0916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Не медицинское устройство. Не заменяет очную консультацию.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Геном: несколько этапов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t>QC → аннотация → приоритизация для обсуждения → связка с фенотипом и образом жизни (не диагноз).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0916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Не медицинское устройство. Не заменяет очную консультацию.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Трекеры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t>Oura / Apple Health / Whoop — в одном контексте со сном, нагрузкой и лабораторией.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0916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Не медицинское устройство. Не заменяет очную консультацию.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Источники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t>PubMed и клинические руководства — с грейдингом A/B/C. Без «магии нейросети».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0916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Не медицинское устройство. Не заменяет очную консультацию.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Calibri"/>
              </a:defRPr>
            </a:pPr>
            <a:r>
              <a:t>Что получает клиент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8138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2E8F0"/>
                </a:solidFill>
                <a:latin typeface="Calibri"/>
              </a:defRPr>
            </a:pPr>
            <a:r>
              <a:t>Меньше трения между залом, нутрициологией и врачом. Яснее приоритеты между сессиями.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0916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Не медицинское устройство. Не заменяет очную консультацию.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73736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9E0B"/>
                </a:solidFill>
                <a:latin typeface="Calibri"/>
              </a:defRPr>
            </a:pPr>
            <a:r>
              <a:t>Следующий шаг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697480"/>
            <a:ext cx="8138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Демо и пилот под ваш бренд — 20 минут.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8620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488"/>
                </a:solidFill>
                <a:latin typeface="Calibri"/>
              </a:defRPr>
            </a:pPr>
            <a:r>
              <a:t>Telegram: @BKproduct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Copilot — тизер для Pro Trener</dc:title>
  <dc:subject/>
  <dc:creator>AI-Automation.Studio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